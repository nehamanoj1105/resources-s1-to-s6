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2400-3CB7-51D9-FC69-80638F109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977F52-432C-7DA4-E451-680269460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1F850-EBBA-D3C0-BCEF-3006FE666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D23D5-165D-4D71-BF5A-C62703AB7ED9}" type="datetimeFigureOut">
              <a:rPr lang="en-IN" smtClean="0"/>
              <a:t>15-03-2024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8178E-0070-620F-1E28-C76484BF5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D109B-0236-4DDA-85AB-74A7A5FFE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546-85CE-4229-946C-32078E4CD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668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14A61-B45D-ABEF-2545-F011484B3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11186-9884-0F64-1D52-B088FB336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C4AA7-666D-FB20-E098-D907CFC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D23D5-165D-4D71-BF5A-C62703AB7ED9}" type="datetimeFigureOut">
              <a:rPr lang="en-IN" smtClean="0"/>
              <a:t>15-03-2024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4DA36-4417-E5DA-2677-DC92570F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9AD20-4DC8-2630-0FBB-CD9ABD94A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546-85CE-4229-946C-32078E4CD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303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15BC5-D40B-CFA0-55AF-B9C74AF01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6469F-F578-7A7F-7605-669AA0E61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E7600-273B-7514-D00E-F439FB358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D23D5-165D-4D71-BF5A-C62703AB7ED9}" type="datetimeFigureOut">
              <a:rPr lang="en-IN" smtClean="0"/>
              <a:t>15-03-2024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EEB14-4594-360A-4E15-9493800C0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357C9-86E5-148F-32C9-B5BBE9143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546-85CE-4229-946C-32078E4CD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5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5C8A5-72FD-4EE8-67E7-97C3A71E5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69459-2263-F59A-E781-7E13291E0E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58F39-2A2F-DE18-651D-D6AAAA3F3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9AB12-1E4A-BFDB-6FA8-AE76ABCF2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D23D5-165D-4D71-BF5A-C62703AB7ED9}" type="datetimeFigureOut">
              <a:rPr lang="en-IN" smtClean="0"/>
              <a:t>15-03-2024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8EC51-FCD8-78C9-0DEE-B00A4C88C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5DCFB-81E1-F842-CE33-CABF57DEB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546-85CE-4229-946C-32078E4CD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491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52D7D-91EC-0F15-798B-A888D5EAE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67CD9-7799-479E-B37A-9E189071E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14BA7-51D8-0ABD-4ADB-073818FBE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4B36BD-42ED-71A0-B360-D34DA81B4A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31E03E-D329-1A92-7D90-2C1A515E5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6A42A3-FBEE-A617-0472-940F45CC1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D23D5-165D-4D71-BF5A-C62703AB7ED9}" type="datetimeFigureOut">
              <a:rPr lang="en-IN" smtClean="0"/>
              <a:t>15-03-2024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9E3CF2-62FC-F14D-C9CD-2E2F1F989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DF5301-F9E7-5581-31F8-9ABE774CB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546-85CE-4229-946C-32078E4CD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464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E194A-5E05-2ED4-58E0-06B69EBD0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4F9CB0-FA4D-F65E-A9A1-5AC8032D5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D23D5-165D-4D71-BF5A-C62703AB7ED9}" type="datetimeFigureOut">
              <a:rPr lang="en-IN" smtClean="0"/>
              <a:t>15-03-2024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A1C146-2432-D88B-55BF-D0D8B8E4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9BDC5C-CEEA-AC56-CE2E-E3B227EF5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546-85CE-4229-946C-32078E4CD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281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2D5578-A5B8-AB71-3710-FBAF5317F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D23D5-165D-4D71-BF5A-C62703AB7ED9}" type="datetimeFigureOut">
              <a:rPr lang="en-IN" smtClean="0"/>
              <a:t>15-03-2024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CF8FC8-5318-EA26-C5AB-B2382B899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7F387-5AD4-177D-09A7-5D981824C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546-85CE-4229-946C-32078E4CD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78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B0D90-8073-D364-06F2-0556501B7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C2F12-855B-FC36-D387-3ADE57C93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7533C-E5C2-4977-1CA9-EE339B1A2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8CA5D-338B-4D1C-9D38-728308EF8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D23D5-165D-4D71-BF5A-C62703AB7ED9}" type="datetimeFigureOut">
              <a:rPr lang="en-IN" smtClean="0"/>
              <a:t>15-03-2024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9E6F1-5638-5012-7FD8-0BE622A88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088ED-E94B-1D8D-826E-77882D7DE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546-85CE-4229-946C-32078E4CD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6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66A1-E4E1-1208-E81F-0D5215564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85B20C-3275-D61A-CE1A-38949F67CE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88B84-68A9-AD48-5DB7-B0750CF36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6382F-6A87-E734-E26B-46B5E3ED1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D23D5-165D-4D71-BF5A-C62703AB7ED9}" type="datetimeFigureOut">
              <a:rPr lang="en-IN" smtClean="0"/>
              <a:t>15-03-2024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A6EEE-B0BE-B191-22F7-19DC9B5AE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39AEC-D43F-E7D5-1229-440DA2FAF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546-85CE-4229-946C-32078E4CD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561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C2CA9-8841-7EAB-C710-9D0853EE1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8AD939-8D7F-904C-C5A5-967268DFA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86C6B-EC73-7525-E9C5-8D838F3D3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D23D5-165D-4D71-BF5A-C62703AB7ED9}" type="datetimeFigureOut">
              <a:rPr lang="en-IN" smtClean="0"/>
              <a:t>15-03-2024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B872E-862C-DBE4-8966-3BCB0ECFB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B3874-402C-962E-84EB-AFAF58DBA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546-85CE-4229-946C-32078E4CD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07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99B3B3-513A-5CC8-AB1A-5A46BC64BB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747AA-545C-BE88-E6E0-BCFD6F180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32E7-6A7A-9CB4-59DB-7A83562A6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D23D5-165D-4D71-BF5A-C62703AB7ED9}" type="datetimeFigureOut">
              <a:rPr lang="en-IN" smtClean="0"/>
              <a:t>15-03-2024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7D6C6-2228-DD93-346A-E404965D3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13386-2E3B-CBCB-657F-4F4D3233F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546-85CE-4229-946C-32078E4CD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090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A2469-F48C-F8CC-2B1C-8DE7CAB45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97BA9-3622-9BFB-0683-85D51D864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008BA-A137-4920-477B-B94B92961E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D23D5-165D-4D71-BF5A-C62703AB7ED9}" type="datetimeFigureOut">
              <a:rPr lang="en-IN" smtClean="0"/>
              <a:t>15-03-2024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60BA8-6BAC-1154-91CD-36D837086E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3E4DB-2E19-3AAB-E34B-333CE3B90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83546-85CE-4229-946C-32078E4CD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603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B26C8-0F29-B9D4-63FA-921A4696BE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E2E58-3FB9-A0A7-3DD5-0AA4D56251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414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0A622-6064-074A-0900-A19E7D076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7EB52-2569-8818-F98D-F17D3ECB7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47A83A-1049-1E05-CAFF-B030BC022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037" y="522576"/>
            <a:ext cx="8580727" cy="511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688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FDF04-25AC-A721-E611-47EAA50F4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D23DD-E7AB-23A7-3C9C-FE32FF351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4F4641-0AEA-4C2F-CC81-BD0438FF3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565" y="681037"/>
            <a:ext cx="8537430" cy="534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075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02854-2E60-C472-A359-7B634916D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F28F5-3561-952E-D29C-DDA09BA9F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588731-994A-FFAA-6925-40834BADA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844" y="1408833"/>
            <a:ext cx="8864312" cy="521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51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458C9-760A-49E4-49B4-C866C07DB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C99E9-879B-9591-E7D3-E22CAC13B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ADF4F1-1451-1C36-7304-AE0769367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818" y="573232"/>
            <a:ext cx="6302086" cy="544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359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9E5D1-B6E6-710E-FCF2-E665CE70A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27FA3-51F4-CFDE-7DB6-9D140E48C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EC0CAE-31F4-975E-5FDB-B4370DD1A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185" y="194556"/>
            <a:ext cx="8243888" cy="598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4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DAF7E-7F0A-E924-F062-F1B06C8B7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8BEF1-4A33-7607-64BC-BFD247CDC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0F0B1F-ACA8-84E8-96A8-3E73105EB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285" y="577389"/>
            <a:ext cx="9154824" cy="503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216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E1FAB-68D1-3CE7-F5D8-316F75F2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7ABC7-8550-CDAD-0202-D9ED1599D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CC94F-E1EE-3442-43AD-CCEF7F665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55" y="489671"/>
            <a:ext cx="9559636" cy="562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006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DDC4-6B51-F311-12A7-914D6FD3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A02E6-A8E0-D59E-504B-DFE390D00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FCBC18-F3F6-787B-42C0-B0CB9B92E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024" y="844279"/>
            <a:ext cx="6683952" cy="533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953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5C347-5D36-CF73-71B3-64CE50104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AAE29-0586-59C5-6FC3-86B1454F6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5B9BD6-1069-FAA6-2394-04DE972C0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762" y="1471075"/>
            <a:ext cx="7324293" cy="470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730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Swapna M P</dc:creator>
  <cp:lastModifiedBy>Dr. Swapna M P</cp:lastModifiedBy>
  <cp:revision>3</cp:revision>
  <dcterms:created xsi:type="dcterms:W3CDTF">2024-03-15T05:14:54Z</dcterms:created>
  <dcterms:modified xsi:type="dcterms:W3CDTF">2024-03-15T05:17:39Z</dcterms:modified>
</cp:coreProperties>
</file>